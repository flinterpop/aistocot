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8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8411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4498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823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7238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0063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873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7964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02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7299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534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487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9BBC1-DD29-4E40-8E30-406C37BDD902}" type="datetimeFigureOut">
              <a:rPr lang="en-CA" smtClean="0"/>
              <a:t>2026-02-01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1B039-9A59-4B30-BE24-34DF23B4D06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507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err="1" smtClean="0"/>
              <a:t>CoT</a:t>
            </a:r>
            <a:r>
              <a:rPr lang="en-CA" dirty="0" smtClean="0"/>
              <a:t> Examples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1 Feb 2026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1387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40" y="250683"/>
            <a:ext cx="4569460" cy="1911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9880" y="2311400"/>
            <a:ext cx="5656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It appears that sub-schemas go in the </a:t>
            </a:r>
            <a:r>
              <a:rPr lang="en-CA" dirty="0" err="1" smtClean="0"/>
              <a:t>xmlDetail</a:t>
            </a:r>
            <a:r>
              <a:rPr lang="en-CA" dirty="0" smtClean="0"/>
              <a:t> field (TBC)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7276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19" y="121973"/>
            <a:ext cx="6299517" cy="51053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431800" y="5227321"/>
            <a:ext cx="702564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</a:t>
            </a:r>
            <a:r>
              <a:rPr lang="en-CA" sz="1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="a-f-G-I-B" </a:t>
            </a:r>
            <a:r>
              <a:rPr lang="en-CA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="S-1-5-21-1238431522-1672500784-1255353005-1001" </a:t>
            </a:r>
            <a:r>
              <a:rPr lang="en-CA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parent_callsign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Pheonix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relation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="p-p" </a:t>
            </a:r>
            <a:r>
              <a:rPr lang="en-CA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production_time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="2026-02-01T18:55:12Z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="vehicle" 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="CRRC" 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category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="Maritime" 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outline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="false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track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course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="208.57046226"/&gt;&lt;</a:t>
            </a:r>
            <a:r>
              <a:rPr lang="en-CA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strokeColor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value="-16744704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fillColor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value="-16744704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archive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remarks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&gt;BOARDING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remarks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5384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 smtClean="0"/>
              <a:t>Point Dropper Tool </a:t>
            </a:r>
            <a:r>
              <a:rPr lang="en-CA" sz="1400" dirty="0" err="1" smtClean="0"/>
              <a:t>WinTak</a:t>
            </a:r>
            <a:r>
              <a:rPr lang="en-CA" sz="1400" dirty="0" smtClean="0"/>
              <a:t> 5.4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34463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" y="267697"/>
            <a:ext cx="6030114" cy="57216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766560" y="53848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 smtClean="0"/>
              <a:t>PLI</a:t>
            </a:r>
          </a:p>
          <a:p>
            <a:r>
              <a:rPr lang="en-CA" sz="1400" dirty="0" err="1" smtClean="0"/>
              <a:t>WinTak</a:t>
            </a:r>
            <a:r>
              <a:rPr lang="en-CA" sz="1400" dirty="0" smtClean="0"/>
              <a:t> 5.4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1186055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85" y="182881"/>
            <a:ext cx="5600978" cy="5334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217920" y="355600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smtClean="0"/>
              <a:t>PLI</a:t>
            </a:r>
          </a:p>
          <a:p>
            <a:r>
              <a:rPr lang="en-CA" sz="1400" smtClean="0"/>
              <a:t>ATAK 5.4</a:t>
            </a:r>
            <a:endParaRPr lang="en-CA" sz="1400" dirty="0"/>
          </a:p>
        </p:txBody>
      </p:sp>
      <p:sp>
        <p:nvSpPr>
          <p:cNvPr id="4" name="Rectangle 3"/>
          <p:cNvSpPr/>
          <p:nvPr/>
        </p:nvSpPr>
        <p:spPr>
          <a:xfrm>
            <a:off x="360680" y="5467757"/>
            <a:ext cx="709168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5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contact</a:t>
            </a:r>
            <a:r>
              <a:rPr lang="en-CA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endpoint</a:t>
            </a:r>
            <a:r>
              <a:rPr lang="en-CA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="192.168.1.193:4242:tcp" </a:t>
            </a:r>
            <a:r>
              <a:rPr lang="en-CA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phone</a:t>
            </a:r>
            <a:r>
              <a:rPr lang="en-CA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="+16134470308" </a:t>
            </a:r>
            <a:r>
              <a:rPr lang="en-CA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callsign</a:t>
            </a:r>
            <a:r>
              <a:rPr lang="en-CA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="51</a:t>
            </a:r>
            <a:r>
              <a:rPr lang="en-CA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5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remarks</a:t>
            </a:r>
            <a:r>
              <a:rPr lang="en-CA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CA" sz="105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fargo</a:t>
            </a:r>
            <a:r>
              <a:rPr lang="en-CA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CA" sz="1050" b="1" dirty="0">
                <a:latin typeface="Courier New" panose="02070309020205020404" pitchFamily="49" charset="0"/>
                <a:cs typeface="Courier New" panose="02070309020205020404" pitchFamily="49" charset="0"/>
              </a:rPr>
              <a:t>remarks</a:t>
            </a:r>
            <a:r>
              <a:rPr lang="en-CA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CA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5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vmf</a:t>
            </a:r>
            <a:r>
              <a:rPr lang="en-CA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urn="5760093</a:t>
            </a:r>
            <a:r>
              <a:rPr lang="en-CA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5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lang="en-CA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Droid="51</a:t>
            </a:r>
            <a:r>
              <a:rPr lang="en-CA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5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5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vmf_plugin_detail</a:t>
            </a:r>
            <a:r>
              <a:rPr lang="en-CA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442527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7080" y="661521"/>
            <a:ext cx="4572000" cy="270843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&lt;?xml version="1.0" encoding="UTF-8"?&gt;</a:t>
            </a:r>
          </a:p>
          <a:p>
            <a:endParaRPr lang="en-CA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event version="2.0" </a:t>
            </a: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="94184660-8701-409b-8a6d-6b07d6670f42" type="a-f-S" how="m-r" time="2025-09-25T17:30:33Z" start="2025-09-25T13:30:54Z" stale="2025-09-25T13:45:54Z" </a:t>
            </a: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opex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="o" </a:t>
            </a: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qos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="1-r-c"&gt;&lt;point </a:t>
            </a: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lat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="46.92785661982636" </a:t>
            </a: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="-71.51252780892038" </a:t>
            </a: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="0.0" </a:t>
            </a: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="0.0" le="0.0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endParaRPr lang="en-CA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detail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contact </a:t>
            </a:r>
            <a:r>
              <a:rPr lang="en-CA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callsign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="CAN-VALC-LOW" endpoint="0.0.0.0:0:tcp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track speed="0.0" course="0.0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&lt;_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flow-tags_ TAK-Server-789b65a5e814479bbafe180a0b0bedd3="2025-09-25T17:30:33Z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detail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event&gt;</a:t>
            </a:r>
          </a:p>
        </p:txBody>
      </p:sp>
    </p:spTree>
    <p:extLst>
      <p:ext uri="{BB962C8B-B14F-4D97-AF65-F5344CB8AC3E}">
        <p14:creationId xmlns:p14="http://schemas.microsoft.com/office/powerpoint/2010/main" val="2361984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" y="418197"/>
            <a:ext cx="5885918" cy="59267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0196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298859"/>
            <a:ext cx="7098982" cy="54990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3029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90" y="492760"/>
            <a:ext cx="5879690" cy="5695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4158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5" y="301914"/>
            <a:ext cx="4764516" cy="33049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386078" y="5002798"/>
            <a:ext cx="711708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="a-f-G-U-C-I" </a:t>
            </a:r>
            <a:r>
              <a:rPr lang="en-CA" sz="10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uid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S-1-5-21-608277273-824473307-2956342259-1107" </a:t>
            </a:r>
            <a:r>
              <a:rPr lang="en-CA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parent_callsign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="CAN-MAGIC-STN09" </a:t>
            </a:r>
            <a:r>
              <a:rPr lang="en-CA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relation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="p-p" </a:t>
            </a:r>
            <a:r>
              <a:rPr lang="en-CA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production_time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="2025-09-23T17:58:33Z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archive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usericon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iconsetpath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="COT_MAPPING_2525C/a-f/a-f-G</a:t>
            </a:r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</a:p>
          <a:p>
            <a:r>
              <a:rPr lang="en-CA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CA" sz="1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height_unit</a:t>
            </a:r>
            <a:r>
              <a:rPr lang="en-CA" sz="1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&gt;1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CA" sz="1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height_unit</a:t>
            </a:r>
            <a:r>
              <a:rPr lang="en-CA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14628" b="7553"/>
          <a:stretch/>
        </p:blipFill>
        <p:spPr>
          <a:xfrm>
            <a:off x="4841241" y="341253"/>
            <a:ext cx="4079240" cy="48505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452120" y="5369560"/>
            <a:ext cx="2575560" cy="1410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ounded Rectangle 5"/>
          <p:cNvSpPr/>
          <p:nvPr/>
        </p:nvSpPr>
        <p:spPr>
          <a:xfrm>
            <a:off x="5775960" y="3266441"/>
            <a:ext cx="2575560" cy="11176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449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575" t="1424" r="2038" b="2199"/>
          <a:stretch/>
        </p:blipFill>
        <p:spPr>
          <a:xfrm>
            <a:off x="172720" y="3007360"/>
            <a:ext cx="4663440" cy="3784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915" t="2199" r="2813" b="3226"/>
          <a:stretch/>
        </p:blipFill>
        <p:spPr>
          <a:xfrm>
            <a:off x="3810000" y="45720"/>
            <a:ext cx="5161280" cy="3276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78120" y="4124960"/>
            <a:ext cx="2824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18 does not have </a:t>
            </a:r>
            <a:r>
              <a:rPr lang="en-US" dirty="0" err="1" smtClean="0"/>
              <a:t>NavStatus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23180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49" y="457113"/>
            <a:ext cx="7032625" cy="421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51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3D6D4F3-A214-48EB-A35F-047AD6002FAC}" vid="{A8C35EB6-AEA0-472A-9711-552F26B17F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BradLetter</Template>
  <TotalTime>1891</TotalTime>
  <Words>273</Words>
  <Application>Microsoft Office PowerPoint</Application>
  <PresentationFormat>Letter Paper (8.5x11 in)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Office Theme</vt:lpstr>
      <vt:lpstr>CoT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 Examples</dc:title>
  <dc:creator>brad</dc:creator>
  <cp:lastModifiedBy>brad</cp:lastModifiedBy>
  <cp:revision>22</cp:revision>
  <dcterms:created xsi:type="dcterms:W3CDTF">2026-02-01T20:04:28Z</dcterms:created>
  <dcterms:modified xsi:type="dcterms:W3CDTF">2026-02-03T03:36:12Z</dcterms:modified>
</cp:coreProperties>
</file>